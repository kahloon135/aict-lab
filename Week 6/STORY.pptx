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46" autoAdjust="0"/>
    <p:restoredTop sz="94660"/>
  </p:normalViewPr>
  <p:slideViewPr>
    <p:cSldViewPr snapToGrid="0">
      <p:cViewPr varScale="1">
        <p:scale>
          <a:sx n="61" d="100"/>
          <a:sy n="61" d="100"/>
        </p:scale>
        <p:origin x="77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77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792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634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160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29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8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25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09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619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110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438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F1ECE-D406-4065-806B-222B0A00E2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32735-809E-4736-BAD0-EAF103260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7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56122" y="2639029"/>
            <a:ext cx="76508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</a:rPr>
              <a:t>Tree and The Boy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760" y="5660020"/>
            <a:ext cx="3113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chemeClr val="bg1"/>
                </a:solidFill>
              </a:rPr>
              <a:t>M.Abubakar</a:t>
            </a: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2025-CS-254</a:t>
            </a:r>
          </a:p>
        </p:txBody>
      </p:sp>
    </p:spTree>
    <p:extLst>
      <p:ext uri="{BB962C8B-B14F-4D97-AF65-F5344CB8AC3E}">
        <p14:creationId xmlns:p14="http://schemas.microsoft.com/office/powerpoint/2010/main" val="36864489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05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6" name="Cloud 15"/>
          <p:cNvSpPr/>
          <p:nvPr/>
        </p:nvSpPr>
        <p:spPr>
          <a:xfrm>
            <a:off x="9509760" y="1391920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loud 14"/>
          <p:cNvSpPr/>
          <p:nvPr/>
        </p:nvSpPr>
        <p:spPr>
          <a:xfrm>
            <a:off x="-1666339" y="206991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loud 16"/>
          <p:cNvSpPr/>
          <p:nvPr/>
        </p:nvSpPr>
        <p:spPr>
          <a:xfrm>
            <a:off x="4754880" y="-104086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95" y="1612954"/>
            <a:ext cx="3638550" cy="545782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19779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 long time ago , there was a huge apple tree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3" name="Rectangle 22"/>
          <p:cNvSpPr/>
          <p:nvPr/>
        </p:nvSpPr>
        <p:spPr>
          <a:xfrm>
            <a:off x="1452880" y="534151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 little boy loved to come and play around it </a:t>
            </a:r>
          </a:p>
        </p:txBody>
      </p:sp>
    </p:spTree>
    <p:extLst>
      <p:ext uri="{BB962C8B-B14F-4D97-AF65-F5344CB8AC3E}">
        <p14:creationId xmlns:p14="http://schemas.microsoft.com/office/powerpoint/2010/main" val="22483904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2000">
        <p15:prstTrans prst="peelOff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1.85185E-6 L 1.15924 0.00209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2 L -1.17461 -0.03727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1.00716 -0.00902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17" grpId="0" animBg="1"/>
      <p:bldP spid="20" grpId="0"/>
      <p:bldP spid="20" grpId="1"/>
      <p:bldP spid="23" grpId="0"/>
      <p:bldP spid="2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296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40841">
            <a:off x="2037031" y="4817332"/>
            <a:ext cx="1267195" cy="127619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382388" y="5059718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He climbed to the treetop , ate apples and took </a:t>
            </a:r>
          </a:p>
          <a:p>
            <a:pPr algn="ctr"/>
            <a:r>
              <a:rPr lang="en-US" sz="2800" b="1" dirty="0"/>
              <a:t>a nap under the tree shadow</a:t>
            </a:r>
          </a:p>
        </p:txBody>
      </p:sp>
      <p:sp>
        <p:nvSpPr>
          <p:cNvPr id="12" name="Cloud 11"/>
          <p:cNvSpPr/>
          <p:nvPr/>
        </p:nvSpPr>
        <p:spPr>
          <a:xfrm>
            <a:off x="10012680" y="1578302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loud 20"/>
          <p:cNvSpPr/>
          <p:nvPr/>
        </p:nvSpPr>
        <p:spPr>
          <a:xfrm>
            <a:off x="-1163419" y="2256296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loud 22"/>
          <p:cNvSpPr/>
          <p:nvPr/>
        </p:nvSpPr>
        <p:spPr>
          <a:xfrm>
            <a:off x="5257800" y="82296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96" y="1654033"/>
            <a:ext cx="3638550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037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6000">
        <p15:prstTrans prst="peelOff"/>
      </p:transition>
    </mc:Choice>
    <mc:Fallback xmlns=""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1 L -1.17461 -0.03726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33333E-6 L 1.15925 0.00208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96296E-6 L 1.00716 -0.00903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6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482 0.01898 L -0.0513 0.01597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-16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11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682823">
            <a:off x="2482002" y="3204531"/>
            <a:ext cx="1267195" cy="127619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565219" y="5070297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He loved the tree and tree loved to play with him </a:t>
            </a:r>
          </a:p>
        </p:txBody>
      </p:sp>
      <p:sp>
        <p:nvSpPr>
          <p:cNvPr id="18" name="Cloud 17"/>
          <p:cNvSpPr/>
          <p:nvPr/>
        </p:nvSpPr>
        <p:spPr>
          <a:xfrm>
            <a:off x="10012680" y="1578302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loud 20"/>
          <p:cNvSpPr/>
          <p:nvPr/>
        </p:nvSpPr>
        <p:spPr>
          <a:xfrm>
            <a:off x="-1163419" y="2256296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loud 22"/>
          <p:cNvSpPr/>
          <p:nvPr/>
        </p:nvSpPr>
        <p:spPr>
          <a:xfrm>
            <a:off x="5257800" y="82296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2" t="12269" b="14777"/>
          <a:stretch/>
        </p:blipFill>
        <p:spPr>
          <a:xfrm>
            <a:off x="595993" y="2137509"/>
            <a:ext cx="3405401" cy="398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22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500">
        <p15:prstTrans prst="peelOff"/>
      </p:transition>
    </mc:Choice>
    <mc:Fallback xmlns="">
      <p:transition spd="slow" advClick="0" advTm="4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26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1 L -1.17461 -0.03726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33333E-6 L 1.15925 0.00208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96296E-6 L 1.00716 -0.00903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57 -0.03496 L 0.0332 0.1391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870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8" grpId="0" animBg="1"/>
      <p:bldP spid="21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11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13690">
            <a:off x="2123653" y="3419192"/>
            <a:ext cx="1267195" cy="127619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Time went by, the little boy had grown up and he </a:t>
            </a:r>
          </a:p>
          <a:p>
            <a:pPr algn="ctr"/>
            <a:r>
              <a:rPr lang="en-US" sz="2800" b="1" dirty="0"/>
              <a:t>no longer played  around the tree everyday.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2" t="12269" b="14777"/>
          <a:stretch/>
        </p:blipFill>
        <p:spPr>
          <a:xfrm>
            <a:off x="1054549" y="2368308"/>
            <a:ext cx="3405401" cy="3981692"/>
          </a:xfrm>
          <a:prstGeom prst="rect">
            <a:avLst/>
          </a:prstGeom>
        </p:spPr>
      </p:pic>
      <p:sp>
        <p:nvSpPr>
          <p:cNvPr id="18" name="Cloud 17"/>
          <p:cNvSpPr/>
          <p:nvPr/>
        </p:nvSpPr>
        <p:spPr>
          <a:xfrm>
            <a:off x="10012680" y="1578302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loud 22"/>
          <p:cNvSpPr/>
          <p:nvPr/>
        </p:nvSpPr>
        <p:spPr>
          <a:xfrm>
            <a:off x="-121341" y="33731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sp>
        <p:nvSpPr>
          <p:cNvPr id="21" name="Cloud 20"/>
          <p:cNvSpPr/>
          <p:nvPr/>
        </p:nvSpPr>
        <p:spPr>
          <a:xfrm>
            <a:off x="3972270" y="2359130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267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6300">
        <p15:prstTrans prst="peelOff"/>
      </p:transition>
    </mc:Choice>
    <mc:Fallback xmlns="">
      <p:transition spd="slow" advClick="0" advTm="63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1 L -1.17461 -0.03726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96296E-6 L 1.15924 0.00209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1.0487 -0.00555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435" y="-27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6 1.11111E-6 L -0.11706 -0.1266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97" y="-620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2" presetClass="emp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5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8" grpId="0" animBg="1"/>
      <p:bldP spid="23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13690">
            <a:off x="2123653" y="3419192"/>
            <a:ext cx="1267195" cy="127619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622" y="3874696"/>
            <a:ext cx="1712539" cy="251032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260214" y="5341238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One day the boy came back to the tree and he looked sad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4997" y="5024120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Come and play with me. The tree asked the boy.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60214" y="5115560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 am no longer a kid I don’t play around trees anymore.</a:t>
            </a:r>
          </a:p>
        </p:txBody>
      </p:sp>
      <p:sp>
        <p:nvSpPr>
          <p:cNvPr id="24" name="Cloud 23"/>
          <p:cNvSpPr/>
          <p:nvPr/>
        </p:nvSpPr>
        <p:spPr>
          <a:xfrm>
            <a:off x="10505440" y="1092737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loud 24"/>
          <p:cNvSpPr/>
          <p:nvPr/>
        </p:nvSpPr>
        <p:spPr>
          <a:xfrm>
            <a:off x="-690979" y="2212691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loud 25"/>
          <p:cNvSpPr/>
          <p:nvPr/>
        </p:nvSpPr>
        <p:spPr>
          <a:xfrm>
            <a:off x="75009" y="12986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2" t="12269" b="14777"/>
          <a:stretch/>
        </p:blipFill>
        <p:spPr>
          <a:xfrm>
            <a:off x="1054549" y="2368308"/>
            <a:ext cx="3405401" cy="398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524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500">
        <p15:prstTrans prst="peelOff"/>
      </p:transition>
    </mc:Choice>
    <mc:Fallback xmlns="">
      <p:transition spd="slow" advClick="0" advTm="10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5 -0.02731 L -1.1746 -0.0372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1.15924 0.00208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33333E-6 L 1.00716 -0.00902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2" presetClass="emph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2" presetClass="emph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Rot by="120000">
                                      <p:cBhvr>
                                        <p:cTn id="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2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21" grpId="0"/>
      <p:bldP spid="21" grpId="1"/>
      <p:bldP spid="23" grpId="1"/>
      <p:bldP spid="23" grpId="2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13690">
            <a:off x="2123653" y="3419192"/>
            <a:ext cx="1267195" cy="127619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622" y="3874696"/>
            <a:ext cx="1712539" cy="251032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358956" y="49547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 want money to buy toys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5" name="Rectangle 24"/>
          <p:cNvSpPr/>
          <p:nvPr/>
        </p:nvSpPr>
        <p:spPr>
          <a:xfrm>
            <a:off x="3096714" y="5167360"/>
            <a:ext cx="9171486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Don’t worry pick all my apples and sale them then you have money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978785" y="3038145"/>
            <a:ext cx="2347189" cy="1540157"/>
            <a:chOff x="12862559" y="4208003"/>
            <a:chExt cx="3174049" cy="2177015"/>
          </a:xfrm>
        </p:grpSpPr>
        <p:sp>
          <p:nvSpPr>
            <p:cNvPr id="3" name="Cloud 2"/>
            <p:cNvSpPr/>
            <p:nvPr/>
          </p:nvSpPr>
          <p:spPr>
            <a:xfrm>
              <a:off x="13353106" y="4208003"/>
              <a:ext cx="2683502" cy="1722120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74024" y="4315548"/>
              <a:ext cx="1442019" cy="1278429"/>
            </a:xfrm>
            <a:prstGeom prst="rect">
              <a:avLst/>
            </a:prstGeom>
          </p:spPr>
        </p:pic>
        <p:sp>
          <p:nvSpPr>
            <p:cNvPr id="5" name="Oval 4"/>
            <p:cNvSpPr/>
            <p:nvPr/>
          </p:nvSpPr>
          <p:spPr>
            <a:xfrm>
              <a:off x="13353106" y="5958880"/>
              <a:ext cx="365760" cy="33351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12862559" y="6155341"/>
              <a:ext cx="306057" cy="22967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Cloud 25"/>
          <p:cNvSpPr/>
          <p:nvPr/>
        </p:nvSpPr>
        <p:spPr>
          <a:xfrm>
            <a:off x="10505440" y="1092737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loud 26"/>
          <p:cNvSpPr/>
          <p:nvPr/>
        </p:nvSpPr>
        <p:spPr>
          <a:xfrm>
            <a:off x="-690979" y="2212691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75009" y="12986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2" t="12269" b="14777"/>
          <a:stretch/>
        </p:blipFill>
        <p:spPr>
          <a:xfrm>
            <a:off x="1054549" y="2368308"/>
            <a:ext cx="3405401" cy="398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296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 advClick="0" advTm="11000">
        <p15:prstTrans prst="peelOff"/>
      </p:transition>
    </mc:Choice>
    <mc:Fallback xmlns="">
      <p:transition spd="slow" advClick="0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5 -0.02731 L -1.1746 -0.0372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1.15924 0.00208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33333E-6 L 1.00716 -0.00902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xit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5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10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5" grpId="0"/>
      <p:bldP spid="25" grpId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675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775" y="3435509"/>
            <a:ext cx="1575968" cy="283238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5" name="Rectangle 24"/>
          <p:cNvSpPr/>
          <p:nvPr/>
        </p:nvSpPr>
        <p:spPr>
          <a:xfrm>
            <a:off x="3096714" y="5167360"/>
            <a:ext cx="9171486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grpSp>
        <p:nvGrpSpPr>
          <p:cNvPr id="28" name="Group 27"/>
          <p:cNvGrpSpPr/>
          <p:nvPr/>
        </p:nvGrpSpPr>
        <p:grpSpPr>
          <a:xfrm>
            <a:off x="412025" y="1124396"/>
            <a:ext cx="4400550" cy="5143500"/>
            <a:chOff x="556975" y="4746767"/>
            <a:chExt cx="4400550" cy="5143500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51" t="36448" r="33290" b="48960"/>
            <a:stretch/>
          </p:blipFill>
          <p:spPr>
            <a:xfrm>
              <a:off x="1010270" y="6764574"/>
              <a:ext cx="975360" cy="975360"/>
            </a:xfrm>
            <a:prstGeom prst="rect">
              <a:avLst/>
            </a:prstGeom>
          </p:spPr>
        </p:pic>
        <p:grpSp>
          <p:nvGrpSpPr>
            <p:cNvPr id="30" name="Group 29"/>
            <p:cNvGrpSpPr/>
            <p:nvPr/>
          </p:nvGrpSpPr>
          <p:grpSpPr>
            <a:xfrm>
              <a:off x="556975" y="4746767"/>
              <a:ext cx="4400550" cy="5143500"/>
              <a:chOff x="-348692" y="4836160"/>
              <a:chExt cx="4400550" cy="5143500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-348692" y="4836160"/>
                <a:ext cx="4400550" cy="5143500"/>
                <a:chOff x="4625180" y="3616960"/>
                <a:chExt cx="4400550" cy="5143500"/>
              </a:xfrm>
            </p:grpSpPr>
            <p:pic>
              <p:nvPicPr>
                <p:cNvPr id="34" name="Picture 33"/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5180" y="3616960"/>
                  <a:ext cx="4400550" cy="5143500"/>
                </a:xfrm>
                <a:prstGeom prst="rect">
                  <a:avLst/>
                </a:prstGeom>
              </p:spPr>
            </p:pic>
            <p:pic>
              <p:nvPicPr>
                <p:cNvPr id="35" name="Picture 34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7337066" y="5108545"/>
                  <a:ext cx="975360" cy="975360"/>
                </a:xfrm>
                <a:prstGeom prst="rect">
                  <a:avLst/>
                </a:prstGeom>
              </p:spPr>
            </p:pic>
            <p:pic>
              <p:nvPicPr>
                <p:cNvPr id="36" name="Picture 35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6279459" y="5167360"/>
                  <a:ext cx="975360" cy="975360"/>
                </a:xfrm>
                <a:prstGeom prst="rect">
                  <a:avLst/>
                </a:prstGeom>
              </p:spPr>
            </p:pic>
            <p:pic>
              <p:nvPicPr>
                <p:cNvPr id="37" name="Picture 36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5446338" y="4348480"/>
                  <a:ext cx="2356541" cy="975360"/>
                </a:xfrm>
                <a:prstGeom prst="rect">
                  <a:avLst/>
                </a:prstGeom>
              </p:spPr>
            </p:pic>
          </p:grpSp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151" t="36448" r="33290" b="48960"/>
              <a:stretch/>
            </p:blipFill>
            <p:spPr>
              <a:xfrm>
                <a:off x="2399622" y="5762444"/>
                <a:ext cx="975360" cy="975360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151" t="36448" r="33290" b="48960"/>
              <a:stretch/>
            </p:blipFill>
            <p:spPr>
              <a:xfrm>
                <a:off x="1709003" y="5123403"/>
                <a:ext cx="975360" cy="975360"/>
              </a:xfrm>
              <a:prstGeom prst="rect">
                <a:avLst/>
              </a:prstGeom>
            </p:spPr>
          </p:pic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288" y="1897667"/>
            <a:ext cx="676640" cy="6766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641" y="1821760"/>
            <a:ext cx="676640" cy="67664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758" y="2734685"/>
            <a:ext cx="676640" cy="67664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407" y="2762711"/>
            <a:ext cx="676640" cy="67664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38" y="2953733"/>
            <a:ext cx="676640" cy="676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358956" y="49547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The boy was excited he grabbed all the apples on the tree </a:t>
            </a:r>
          </a:p>
          <a:p>
            <a:pPr algn="ctr"/>
            <a:r>
              <a:rPr lang="en-US" sz="2800" b="1" dirty="0"/>
              <a:t>and left happily.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77244" y="4960407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The boy never came back after he picked the apples,</a:t>
            </a:r>
          </a:p>
          <a:p>
            <a:pPr algn="ctr"/>
            <a:r>
              <a:rPr lang="en-US" sz="2800" b="1" dirty="0"/>
              <a:t>tree was sad</a:t>
            </a:r>
          </a:p>
        </p:txBody>
      </p:sp>
      <p:sp>
        <p:nvSpPr>
          <p:cNvPr id="42" name="Cloud 41"/>
          <p:cNvSpPr/>
          <p:nvPr/>
        </p:nvSpPr>
        <p:spPr>
          <a:xfrm>
            <a:off x="16697638" y="669959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loud 43"/>
          <p:cNvSpPr/>
          <p:nvPr/>
        </p:nvSpPr>
        <p:spPr>
          <a:xfrm>
            <a:off x="4554866" y="1969405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loud 44"/>
          <p:cNvSpPr/>
          <p:nvPr/>
        </p:nvSpPr>
        <p:spPr>
          <a:xfrm>
            <a:off x="86806" y="-351963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2112012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9500">
        <p15:prstTrans prst="peelOff"/>
      </p:transition>
    </mc:Choice>
    <mc:Fallback xmlns="">
      <p:transition spd="slow" advClick="0" advTm="9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235 -0.03033 L -1.16198 -0.03033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9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1.15925 0.00208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59259E-6 L 1.00716 -0.00903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2" presetClass="exit" presetSubtype="0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exit" presetSubtype="0" fill="hold" nodeType="withEffect">
                                  <p:stCondLst>
                                    <p:cond delay="5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43" grpId="0"/>
      <p:bldP spid="43" grpId="1"/>
      <p:bldP spid="42" grpId="0" animBg="1"/>
      <p:bldP spid="44" grpId="0" animBg="1"/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176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363" y="3378677"/>
            <a:ext cx="1149603" cy="27527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3" name="Rectangle 22"/>
          <p:cNvSpPr/>
          <p:nvPr/>
        </p:nvSpPr>
        <p:spPr>
          <a:xfrm>
            <a:off x="2369066" y="4768987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One day, the boy who now turned into a man </a:t>
            </a:r>
          </a:p>
          <a:p>
            <a:pPr algn="ctr"/>
            <a:r>
              <a:rPr lang="en-US" sz="2800" b="1" dirty="0"/>
              <a:t>Returned and the tree was excited. 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5" name="Rectangle 24"/>
          <p:cNvSpPr/>
          <p:nvPr/>
        </p:nvSpPr>
        <p:spPr>
          <a:xfrm>
            <a:off x="3096714" y="5167360"/>
            <a:ext cx="9171486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grpSp>
        <p:nvGrpSpPr>
          <p:cNvPr id="6" name="Group 5"/>
          <p:cNvGrpSpPr/>
          <p:nvPr/>
        </p:nvGrpSpPr>
        <p:grpSpPr>
          <a:xfrm>
            <a:off x="889075" y="1146244"/>
            <a:ext cx="4400550" cy="5143500"/>
            <a:chOff x="807134" y="1281388"/>
            <a:chExt cx="4400550" cy="5143500"/>
          </a:xfrm>
        </p:grpSpPr>
        <p:grpSp>
          <p:nvGrpSpPr>
            <p:cNvPr id="49" name="Group 48"/>
            <p:cNvGrpSpPr/>
            <p:nvPr/>
          </p:nvGrpSpPr>
          <p:grpSpPr>
            <a:xfrm>
              <a:off x="807134" y="1281388"/>
              <a:ext cx="4400550" cy="5143500"/>
              <a:chOff x="957523" y="1391920"/>
              <a:chExt cx="4400550" cy="5143500"/>
            </a:xfrm>
          </p:grpSpPr>
          <p:grpSp>
            <p:nvGrpSpPr>
              <p:cNvPr id="47" name="Group 46"/>
              <p:cNvGrpSpPr/>
              <p:nvPr/>
            </p:nvGrpSpPr>
            <p:grpSpPr>
              <a:xfrm>
                <a:off x="957523" y="1391920"/>
                <a:ext cx="4400550" cy="5143500"/>
                <a:chOff x="957523" y="1394616"/>
                <a:chExt cx="4400550" cy="5143500"/>
              </a:xfrm>
            </p:grpSpPr>
            <p:grpSp>
              <p:nvGrpSpPr>
                <p:cNvPr id="5" name="Group 4"/>
                <p:cNvGrpSpPr/>
                <p:nvPr/>
              </p:nvGrpSpPr>
              <p:grpSpPr>
                <a:xfrm>
                  <a:off x="957523" y="1394616"/>
                  <a:ext cx="4400550" cy="5143500"/>
                  <a:chOff x="556975" y="4746767"/>
                  <a:chExt cx="4400550" cy="5143500"/>
                </a:xfrm>
              </p:grpSpPr>
              <p:pic>
                <p:nvPicPr>
                  <p:cNvPr id="12" name="Picture 11"/>
                  <p:cNvPicPr>
                    <a:picLocks noChangeAspect="1"/>
                  </p:cNvPicPr>
                  <p:nvPr/>
                </p:nvPicPr>
                <p:blipFill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5151" t="36448" r="33290" b="48960"/>
                  <a:stretch/>
                </p:blipFill>
                <p:spPr>
                  <a:xfrm>
                    <a:off x="1010270" y="6764574"/>
                    <a:ext cx="975360" cy="975360"/>
                  </a:xfrm>
                  <a:prstGeom prst="rect">
                    <a:avLst/>
                  </a:prstGeom>
                </p:spPr>
              </p:pic>
              <p:grpSp>
                <p:nvGrpSpPr>
                  <p:cNvPr id="4" name="Group 3"/>
                  <p:cNvGrpSpPr/>
                  <p:nvPr/>
                </p:nvGrpSpPr>
                <p:grpSpPr>
                  <a:xfrm>
                    <a:off x="556975" y="4746767"/>
                    <a:ext cx="4400550" cy="5143500"/>
                    <a:chOff x="-348692" y="4836160"/>
                    <a:chExt cx="4400550" cy="5143500"/>
                  </a:xfrm>
                </p:grpSpPr>
                <p:grpSp>
                  <p:nvGrpSpPr>
                    <p:cNvPr id="3" name="Group 2"/>
                    <p:cNvGrpSpPr/>
                    <p:nvPr/>
                  </p:nvGrpSpPr>
                  <p:grpSpPr>
                    <a:xfrm>
                      <a:off x="-348692" y="4836160"/>
                      <a:ext cx="4400550" cy="5143500"/>
                      <a:chOff x="4625180" y="3616960"/>
                      <a:chExt cx="4400550" cy="5143500"/>
                    </a:xfrm>
                  </p:grpSpPr>
                  <p:pic>
                    <p:nvPicPr>
                      <p:cNvPr id="2" name="Picture 1"/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625180" y="3616960"/>
                        <a:ext cx="4400550" cy="51435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8" name="Picture 17"/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5151" t="36448" r="33290" b="48960"/>
                      <a:stretch/>
                    </p:blipFill>
                    <p:spPr>
                      <a:xfrm>
                        <a:off x="7337066" y="5108545"/>
                        <a:ext cx="975360" cy="97536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1" name="Picture 20"/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5151" t="36448" r="33290" b="48960"/>
                      <a:stretch/>
                    </p:blipFill>
                    <p:spPr>
                      <a:xfrm>
                        <a:off x="6279459" y="5167360"/>
                        <a:ext cx="975360" cy="97536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6" name="Picture 25"/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5151" t="36448" r="33290" b="48960"/>
                      <a:stretch/>
                    </p:blipFill>
                    <p:spPr>
                      <a:xfrm>
                        <a:off x="5446338" y="4348480"/>
                        <a:ext cx="2356541" cy="97536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27" name="Picture 26"/>
                    <p:cNvPicPr>
                      <a:picLocks noChangeAspect="1"/>
                    </p:cNvPicPr>
                    <p:nvPr/>
                  </p:nvPicPr>
                  <p:blipFill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55151" t="36448" r="33290" b="48960"/>
                    <a:stretch/>
                  </p:blipFill>
                  <p:spPr>
                    <a:xfrm>
                      <a:off x="2399622" y="5762444"/>
                      <a:ext cx="975360" cy="97536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8" name="Picture 27"/>
                    <p:cNvPicPr>
                      <a:picLocks noChangeAspect="1"/>
                    </p:cNvPicPr>
                    <p:nvPr/>
                  </p:nvPicPr>
                  <p:blipFill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55151" t="36448" r="33290" b="48960"/>
                    <a:stretch/>
                  </p:blipFill>
                  <p:spPr>
                    <a:xfrm>
                      <a:off x="1709003" y="5123403"/>
                      <a:ext cx="975360" cy="97536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7" name="Oval 6"/>
                <p:cNvSpPr/>
                <p:nvPr/>
              </p:nvSpPr>
              <p:spPr>
                <a:xfrm>
                  <a:off x="2727254" y="4848519"/>
                  <a:ext cx="208280" cy="271003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3296990" y="4848519"/>
                  <a:ext cx="208280" cy="271003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9372" t="70627" r="39110" b="24907"/>
              <a:stretch/>
            </p:blipFill>
            <p:spPr>
              <a:xfrm>
                <a:off x="2721248" y="5163283"/>
                <a:ext cx="782943" cy="421888"/>
              </a:xfrm>
              <a:prstGeom prst="rect">
                <a:avLst/>
              </a:prstGeom>
            </p:spPr>
          </p:pic>
        </p:grp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080" t="8743" r="26533" b="80626"/>
            <a:stretch/>
          </p:blipFill>
          <p:spPr>
            <a:xfrm>
              <a:off x="2613171" y="5031908"/>
              <a:ext cx="740632" cy="412397"/>
            </a:xfrm>
            <a:prstGeom prst="rect">
              <a:avLst/>
            </a:prstGeom>
          </p:spPr>
        </p:pic>
      </p:grpSp>
      <p:sp>
        <p:nvSpPr>
          <p:cNvPr id="42" name="Cloud 41"/>
          <p:cNvSpPr/>
          <p:nvPr/>
        </p:nvSpPr>
        <p:spPr>
          <a:xfrm>
            <a:off x="17928201" y="48760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loud 43"/>
          <p:cNvSpPr/>
          <p:nvPr/>
        </p:nvSpPr>
        <p:spPr>
          <a:xfrm>
            <a:off x="7203827" y="-251090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sp>
        <p:nvSpPr>
          <p:cNvPr id="43" name="Cloud 42"/>
          <p:cNvSpPr/>
          <p:nvPr/>
        </p:nvSpPr>
        <p:spPr>
          <a:xfrm>
            <a:off x="-1160343" y="20539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/>
          <p:cNvGrpSpPr/>
          <p:nvPr/>
        </p:nvGrpSpPr>
        <p:grpSpPr>
          <a:xfrm>
            <a:off x="860499" y="1178707"/>
            <a:ext cx="4400550" cy="5143500"/>
            <a:chOff x="556975" y="4746767"/>
            <a:chExt cx="4400550" cy="5143500"/>
          </a:xfrm>
        </p:grpSpPr>
        <p:pic>
          <p:nvPicPr>
            <p:cNvPr id="53" name="Picture 5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51" t="36448" r="33290" b="48960"/>
            <a:stretch/>
          </p:blipFill>
          <p:spPr>
            <a:xfrm>
              <a:off x="1010270" y="6764574"/>
              <a:ext cx="975360" cy="975360"/>
            </a:xfrm>
            <a:prstGeom prst="rect">
              <a:avLst/>
            </a:prstGeom>
          </p:spPr>
        </p:pic>
        <p:grpSp>
          <p:nvGrpSpPr>
            <p:cNvPr id="54" name="Group 53"/>
            <p:cNvGrpSpPr/>
            <p:nvPr/>
          </p:nvGrpSpPr>
          <p:grpSpPr>
            <a:xfrm>
              <a:off x="556975" y="4746767"/>
              <a:ext cx="4400550" cy="5143500"/>
              <a:chOff x="-348692" y="4836160"/>
              <a:chExt cx="4400550" cy="5143500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-348692" y="4836160"/>
                <a:ext cx="4400550" cy="5143500"/>
                <a:chOff x="4625180" y="3616960"/>
                <a:chExt cx="4400550" cy="5143500"/>
              </a:xfrm>
            </p:grpSpPr>
            <p:pic>
              <p:nvPicPr>
                <p:cNvPr id="58" name="Picture 57"/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5180" y="3616960"/>
                  <a:ext cx="4400550" cy="5143500"/>
                </a:xfrm>
                <a:prstGeom prst="rect">
                  <a:avLst/>
                </a:prstGeom>
              </p:spPr>
            </p:pic>
            <p:pic>
              <p:nvPicPr>
                <p:cNvPr id="59" name="Picture 58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7337066" y="5108545"/>
                  <a:ext cx="975360" cy="975360"/>
                </a:xfrm>
                <a:prstGeom prst="rect">
                  <a:avLst/>
                </a:prstGeom>
              </p:spPr>
            </p:pic>
            <p:pic>
              <p:nvPicPr>
                <p:cNvPr id="60" name="Picture 59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6279459" y="5167360"/>
                  <a:ext cx="975360" cy="975360"/>
                </a:xfrm>
                <a:prstGeom prst="rect">
                  <a:avLst/>
                </a:prstGeom>
              </p:spPr>
            </p:pic>
            <p:pic>
              <p:nvPicPr>
                <p:cNvPr id="61" name="Picture 60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5446338" y="4348480"/>
                  <a:ext cx="2356541" cy="975360"/>
                </a:xfrm>
                <a:prstGeom prst="rect">
                  <a:avLst/>
                </a:prstGeom>
              </p:spPr>
            </p:pic>
          </p:grpSp>
          <p:pic>
            <p:nvPicPr>
              <p:cNvPr id="56" name="Picture 55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151" t="36448" r="33290" b="48960"/>
              <a:stretch/>
            </p:blipFill>
            <p:spPr>
              <a:xfrm>
                <a:off x="2399622" y="5762444"/>
                <a:ext cx="975360" cy="975360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151" t="36448" r="33290" b="48960"/>
              <a:stretch/>
            </p:blipFill>
            <p:spPr>
              <a:xfrm>
                <a:off x="1709003" y="5123403"/>
                <a:ext cx="975360" cy="97536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555346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5500">
        <p15:prstTrans prst="peelOff"/>
      </p:transition>
    </mc:Choice>
    <mc:Fallback xmlns="">
      <p:transition spd="slow" advClick="0" advTm="5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2 L -1.17461 -0.0372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59259E-6 L 1.15925 0.00209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07407E-6 L 1.00716 -0.00903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6" presetClass="exit" presetSubtype="3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42" grpId="0" animBg="1"/>
      <p:bldP spid="44" grpId="0" animBg="1"/>
      <p:bldP spid="4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363" y="3378677"/>
            <a:ext cx="1149603" cy="27527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3" name="Rectangle 22"/>
          <p:cNvSpPr/>
          <p:nvPr/>
        </p:nvSpPr>
        <p:spPr>
          <a:xfrm>
            <a:off x="2213582" y="487033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“Come and play with me”, the tree said.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5" name="Rectangle 24"/>
          <p:cNvSpPr/>
          <p:nvPr/>
        </p:nvSpPr>
        <p:spPr>
          <a:xfrm>
            <a:off x="3096714" y="5167360"/>
            <a:ext cx="9171486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grpSp>
        <p:nvGrpSpPr>
          <p:cNvPr id="52" name="Group 51"/>
          <p:cNvGrpSpPr/>
          <p:nvPr/>
        </p:nvGrpSpPr>
        <p:grpSpPr>
          <a:xfrm>
            <a:off x="917907" y="1179830"/>
            <a:ext cx="4400550" cy="5143500"/>
            <a:chOff x="556975" y="4746767"/>
            <a:chExt cx="4400550" cy="5143500"/>
          </a:xfrm>
        </p:grpSpPr>
        <p:pic>
          <p:nvPicPr>
            <p:cNvPr id="53" name="Picture 5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51" t="36448" r="33290" b="48960"/>
            <a:stretch/>
          </p:blipFill>
          <p:spPr>
            <a:xfrm>
              <a:off x="1010270" y="6764574"/>
              <a:ext cx="975360" cy="975360"/>
            </a:xfrm>
            <a:prstGeom prst="rect">
              <a:avLst/>
            </a:prstGeom>
          </p:spPr>
        </p:pic>
        <p:grpSp>
          <p:nvGrpSpPr>
            <p:cNvPr id="54" name="Group 53"/>
            <p:cNvGrpSpPr/>
            <p:nvPr/>
          </p:nvGrpSpPr>
          <p:grpSpPr>
            <a:xfrm>
              <a:off x="556975" y="4746767"/>
              <a:ext cx="4400550" cy="5143500"/>
              <a:chOff x="-348692" y="4836160"/>
              <a:chExt cx="4400550" cy="5143500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-348692" y="4836160"/>
                <a:ext cx="4400550" cy="5143500"/>
                <a:chOff x="4625180" y="3616960"/>
                <a:chExt cx="4400550" cy="5143500"/>
              </a:xfrm>
            </p:grpSpPr>
            <p:pic>
              <p:nvPicPr>
                <p:cNvPr id="58" name="Picture 57"/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5180" y="3616960"/>
                  <a:ext cx="4400550" cy="5143500"/>
                </a:xfrm>
                <a:prstGeom prst="rect">
                  <a:avLst/>
                </a:prstGeom>
              </p:spPr>
            </p:pic>
            <p:pic>
              <p:nvPicPr>
                <p:cNvPr id="59" name="Picture 58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7337066" y="5108545"/>
                  <a:ext cx="975360" cy="975360"/>
                </a:xfrm>
                <a:prstGeom prst="rect">
                  <a:avLst/>
                </a:prstGeom>
              </p:spPr>
            </p:pic>
            <p:pic>
              <p:nvPicPr>
                <p:cNvPr id="60" name="Picture 59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6279459" y="5167360"/>
                  <a:ext cx="975360" cy="975360"/>
                </a:xfrm>
                <a:prstGeom prst="rect">
                  <a:avLst/>
                </a:prstGeom>
              </p:spPr>
            </p:pic>
            <p:pic>
              <p:nvPicPr>
                <p:cNvPr id="61" name="Picture 60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5446338" y="4348480"/>
                  <a:ext cx="2356541" cy="975360"/>
                </a:xfrm>
                <a:prstGeom prst="rect">
                  <a:avLst/>
                </a:prstGeom>
              </p:spPr>
            </p:pic>
          </p:grpSp>
          <p:pic>
            <p:nvPicPr>
              <p:cNvPr id="56" name="Picture 55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151" t="36448" r="33290" b="48960"/>
              <a:stretch/>
            </p:blipFill>
            <p:spPr>
              <a:xfrm>
                <a:off x="2399622" y="5762444"/>
                <a:ext cx="975360" cy="975360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151" t="36448" r="33290" b="48960"/>
              <a:stretch/>
            </p:blipFill>
            <p:spPr>
              <a:xfrm>
                <a:off x="1709003" y="5123403"/>
                <a:ext cx="975360" cy="975360"/>
              </a:xfrm>
              <a:prstGeom prst="rect">
                <a:avLst/>
              </a:prstGeom>
            </p:spPr>
          </p:pic>
        </p:grpSp>
      </p:grpSp>
      <p:sp>
        <p:nvSpPr>
          <p:cNvPr id="42" name="Rectangle 41"/>
          <p:cNvSpPr/>
          <p:nvPr/>
        </p:nvSpPr>
        <p:spPr>
          <a:xfrm>
            <a:off x="2572186" y="5046966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 don’t have time to play with you I want to build a house </a:t>
            </a:r>
          </a:p>
          <a:p>
            <a:pPr algn="ctr"/>
            <a:r>
              <a:rPr lang="en-US" sz="2800" b="1" dirty="0"/>
              <a:t>For my family .Can you help me?</a:t>
            </a:r>
          </a:p>
        </p:txBody>
      </p:sp>
      <p:sp>
        <p:nvSpPr>
          <p:cNvPr id="29" name="Cloud 28"/>
          <p:cNvSpPr/>
          <p:nvPr/>
        </p:nvSpPr>
        <p:spPr>
          <a:xfrm>
            <a:off x="17928201" y="48760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/>
          <p:cNvSpPr/>
          <p:nvPr/>
        </p:nvSpPr>
        <p:spPr>
          <a:xfrm>
            <a:off x="7203827" y="-251090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sp>
        <p:nvSpPr>
          <p:cNvPr id="31" name="Cloud 30"/>
          <p:cNvSpPr/>
          <p:nvPr/>
        </p:nvSpPr>
        <p:spPr>
          <a:xfrm>
            <a:off x="-1160343" y="20539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14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7000">
        <p15:prstTrans prst="peelOff"/>
      </p:transition>
    </mc:Choice>
    <mc:Fallback xmlns="">
      <p:transition spd="slow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2 L -1.17461 -0.0372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07407E-6 L 1.00716 -0.00903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59259E-6 L 1.15925 0.00209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42" grpId="0"/>
      <p:bldP spid="42" grpId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709" y="3429000"/>
            <a:ext cx="1149603" cy="27527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3" name="Rectangle 22"/>
          <p:cNvSpPr/>
          <p:nvPr/>
        </p:nvSpPr>
        <p:spPr>
          <a:xfrm>
            <a:off x="2213582" y="487033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OK . Chop off my branches to build your house.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388" y="4223162"/>
            <a:ext cx="1327874" cy="132787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5" name="Rectangle 24"/>
          <p:cNvSpPr/>
          <p:nvPr/>
        </p:nvSpPr>
        <p:spPr>
          <a:xfrm>
            <a:off x="3096714" y="5167360"/>
            <a:ext cx="9171486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grpSp>
        <p:nvGrpSpPr>
          <p:cNvPr id="52" name="Group 51"/>
          <p:cNvGrpSpPr/>
          <p:nvPr/>
        </p:nvGrpSpPr>
        <p:grpSpPr>
          <a:xfrm>
            <a:off x="999208" y="1179830"/>
            <a:ext cx="4400550" cy="5143500"/>
            <a:chOff x="556975" y="4746767"/>
            <a:chExt cx="4400550" cy="5143500"/>
          </a:xfrm>
        </p:grpSpPr>
        <p:pic>
          <p:nvPicPr>
            <p:cNvPr id="53" name="Picture 52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51" t="36448" r="33290" b="48960"/>
            <a:stretch/>
          </p:blipFill>
          <p:spPr>
            <a:xfrm>
              <a:off x="1010270" y="6764574"/>
              <a:ext cx="975360" cy="975360"/>
            </a:xfrm>
            <a:prstGeom prst="rect">
              <a:avLst/>
            </a:prstGeom>
          </p:spPr>
        </p:pic>
        <p:grpSp>
          <p:nvGrpSpPr>
            <p:cNvPr id="54" name="Group 53"/>
            <p:cNvGrpSpPr/>
            <p:nvPr/>
          </p:nvGrpSpPr>
          <p:grpSpPr>
            <a:xfrm>
              <a:off x="556975" y="4746767"/>
              <a:ext cx="4400550" cy="5143500"/>
              <a:chOff x="-348692" y="4836160"/>
              <a:chExt cx="4400550" cy="5143500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-348692" y="4836160"/>
                <a:ext cx="4400550" cy="5143500"/>
                <a:chOff x="4625180" y="3616960"/>
                <a:chExt cx="4400550" cy="5143500"/>
              </a:xfrm>
            </p:grpSpPr>
            <p:pic>
              <p:nvPicPr>
                <p:cNvPr id="58" name="Picture 57"/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5180" y="3616960"/>
                  <a:ext cx="4400550" cy="5143500"/>
                </a:xfrm>
                <a:prstGeom prst="rect">
                  <a:avLst/>
                </a:prstGeom>
              </p:spPr>
            </p:pic>
            <p:pic>
              <p:nvPicPr>
                <p:cNvPr id="59" name="Picture 58"/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7337066" y="5108545"/>
                  <a:ext cx="975360" cy="975360"/>
                </a:xfrm>
                <a:prstGeom prst="rect">
                  <a:avLst/>
                </a:prstGeom>
              </p:spPr>
            </p:pic>
            <p:pic>
              <p:nvPicPr>
                <p:cNvPr id="60" name="Picture 59"/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6279459" y="5167360"/>
                  <a:ext cx="975360" cy="975360"/>
                </a:xfrm>
                <a:prstGeom prst="rect">
                  <a:avLst/>
                </a:prstGeom>
              </p:spPr>
            </p:pic>
            <p:pic>
              <p:nvPicPr>
                <p:cNvPr id="61" name="Picture 60"/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151" t="36448" r="33290" b="48960"/>
                <a:stretch/>
              </p:blipFill>
              <p:spPr>
                <a:xfrm>
                  <a:off x="5446338" y="4348480"/>
                  <a:ext cx="2356541" cy="975360"/>
                </a:xfrm>
                <a:prstGeom prst="rect">
                  <a:avLst/>
                </a:prstGeom>
              </p:spPr>
            </p:pic>
          </p:grpSp>
          <p:pic>
            <p:nvPicPr>
              <p:cNvPr id="56" name="Picture 55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151" t="36448" r="33290" b="48960"/>
              <a:stretch/>
            </p:blipFill>
            <p:spPr>
              <a:xfrm>
                <a:off x="2399622" y="5762444"/>
                <a:ext cx="975360" cy="975360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151" t="36448" r="33290" b="48960"/>
              <a:stretch/>
            </p:blipFill>
            <p:spPr>
              <a:xfrm>
                <a:off x="1709003" y="5123403"/>
                <a:ext cx="975360" cy="975360"/>
              </a:xfrm>
              <a:prstGeom prst="rect">
                <a:avLst/>
              </a:prstGeom>
            </p:spPr>
          </p:pic>
        </p:grpSp>
      </p:grpSp>
      <p:sp>
        <p:nvSpPr>
          <p:cNvPr id="26" name="Rectangle 25"/>
          <p:cNvSpPr/>
          <p:nvPr/>
        </p:nvSpPr>
        <p:spPr>
          <a:xfrm>
            <a:off x="2168389" y="4849306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The man cut all the branches and left happily.</a:t>
            </a:r>
          </a:p>
        </p:txBody>
      </p:sp>
      <p:sp>
        <p:nvSpPr>
          <p:cNvPr id="27" name="Cloud 26"/>
          <p:cNvSpPr/>
          <p:nvPr/>
        </p:nvSpPr>
        <p:spPr>
          <a:xfrm>
            <a:off x="17928201" y="48760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7203827" y="-251090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sp>
        <p:nvSpPr>
          <p:cNvPr id="29" name="Cloud 28"/>
          <p:cNvSpPr/>
          <p:nvPr/>
        </p:nvSpPr>
        <p:spPr>
          <a:xfrm>
            <a:off x="-1160343" y="20539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42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9000">
        <p15:prstTrans prst="peelOff"/>
      </p:transition>
    </mc:Choice>
    <mc:Fallback xmlns=""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2 L -1.17461 -0.0372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07407E-6 L 1.00716 -0.00903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59259E-6 L 1.15925 0.00209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5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6" grpId="0"/>
      <p:bldP spid="26" grpId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649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709" y="3429000"/>
            <a:ext cx="1149603" cy="27527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5" name="Rectangle 24"/>
          <p:cNvSpPr/>
          <p:nvPr/>
        </p:nvSpPr>
        <p:spPr>
          <a:xfrm>
            <a:off x="3096714" y="5167360"/>
            <a:ext cx="9171486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71" y="857250"/>
            <a:ext cx="4400550" cy="51435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369066" y="4833232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Tree was glad to see </a:t>
            </a:r>
            <a:r>
              <a:rPr lang="en-US" sz="2800" b="1" dirty="0" smtClean="0"/>
              <a:t>him happy </a:t>
            </a:r>
            <a:r>
              <a:rPr lang="en-US" sz="2800" b="1" dirty="0"/>
              <a:t>but the man never came</a:t>
            </a:r>
          </a:p>
          <a:p>
            <a:pPr algn="ctr"/>
            <a:r>
              <a:rPr lang="en-US" sz="2800" b="1" dirty="0"/>
              <a:t>b</a:t>
            </a:r>
            <a:r>
              <a:rPr lang="en-US" sz="2800" b="1" dirty="0" smtClean="0"/>
              <a:t>ack </a:t>
            </a:r>
            <a:r>
              <a:rPr lang="en-US" sz="2800" b="1" dirty="0"/>
              <a:t>since then.</a:t>
            </a:r>
          </a:p>
        </p:txBody>
      </p:sp>
      <p:sp>
        <p:nvSpPr>
          <p:cNvPr id="18" name="Cloud 17"/>
          <p:cNvSpPr/>
          <p:nvPr/>
        </p:nvSpPr>
        <p:spPr>
          <a:xfrm>
            <a:off x="17928201" y="48760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loud 18"/>
          <p:cNvSpPr/>
          <p:nvPr/>
        </p:nvSpPr>
        <p:spPr>
          <a:xfrm>
            <a:off x="7203827" y="-251090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sp>
        <p:nvSpPr>
          <p:cNvPr id="21" name="Cloud 20"/>
          <p:cNvSpPr/>
          <p:nvPr/>
        </p:nvSpPr>
        <p:spPr>
          <a:xfrm>
            <a:off x="-1160343" y="20539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06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eelOff"/>
      </p:transition>
    </mc:Choice>
    <mc:Fallback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2 L -1.17461 -0.0372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07407E-6 L 1.00716 -0.00903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59259E-6 L 1.15925 0.00209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18" grpId="0" animBg="1"/>
      <p:bldP spid="19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34" y="0"/>
            <a:ext cx="12211934" cy="6858000"/>
          </a:xfrm>
          <a:prstGeom prst="rect">
            <a:avLst/>
          </a:prstGeom>
          <a:ln>
            <a:noFill/>
          </a:ln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5" name="Rectangle 24"/>
          <p:cNvSpPr/>
          <p:nvPr/>
        </p:nvSpPr>
        <p:spPr>
          <a:xfrm>
            <a:off x="3096714" y="5167360"/>
            <a:ext cx="9171486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643" y="949960"/>
            <a:ext cx="4400550" cy="51435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219778" y="916799"/>
            <a:ext cx="4396627" cy="5143500"/>
            <a:chOff x="4020548" y="2147142"/>
            <a:chExt cx="4396627" cy="5143500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0548" y="2147142"/>
              <a:ext cx="4396627" cy="5143500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853" t="80523" r="40215" b="8811"/>
            <a:stretch/>
          </p:blipFill>
          <p:spPr>
            <a:xfrm>
              <a:off x="5789225" y="5920551"/>
              <a:ext cx="832377" cy="548640"/>
            </a:xfrm>
            <a:prstGeom prst="rect">
              <a:avLst/>
            </a:prstGeom>
          </p:spPr>
        </p:pic>
        <p:sp>
          <p:nvSpPr>
            <p:cNvPr id="43" name="Oval 42"/>
            <p:cNvSpPr/>
            <p:nvPr/>
          </p:nvSpPr>
          <p:spPr>
            <a:xfrm>
              <a:off x="5779572" y="5587683"/>
              <a:ext cx="236220" cy="2895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6312052" y="5569139"/>
              <a:ext cx="236220" cy="2895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/>
            <p:cNvSpPr/>
            <p:nvPr/>
          </p:nvSpPr>
          <p:spPr>
            <a:xfrm rot="18890323">
              <a:off x="6003912" y="6035494"/>
              <a:ext cx="497196" cy="676275"/>
            </a:xfrm>
            <a:prstGeom prst="arc">
              <a:avLst>
                <a:gd name="adj1" fmla="val 15452289"/>
                <a:gd name="adj2" fmla="val 8221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680" y="3526649"/>
            <a:ext cx="1800225" cy="25336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015130" y="488480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Finally after many years the man returned.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8480" y="5915974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6" name="Rectangle 25"/>
          <p:cNvSpPr/>
          <p:nvPr/>
        </p:nvSpPr>
        <p:spPr>
          <a:xfrm>
            <a:off x="2668102" y="4971032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“Sorry my boy because I have nothing for you no </a:t>
            </a:r>
          </a:p>
          <a:p>
            <a:pPr algn="ctr"/>
            <a:r>
              <a:rPr lang="en-US" sz="2800" b="1" dirty="0"/>
              <a:t>more apples no more bushes for you ” , tree said.</a:t>
            </a:r>
          </a:p>
        </p:txBody>
      </p:sp>
      <p:sp>
        <p:nvSpPr>
          <p:cNvPr id="27" name="Cloud 26"/>
          <p:cNvSpPr/>
          <p:nvPr/>
        </p:nvSpPr>
        <p:spPr>
          <a:xfrm>
            <a:off x="17928201" y="48760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7203827" y="-251090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sp>
        <p:nvSpPr>
          <p:cNvPr id="29" name="Cloud 28"/>
          <p:cNvSpPr/>
          <p:nvPr/>
        </p:nvSpPr>
        <p:spPr>
          <a:xfrm>
            <a:off x="-1160343" y="20539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399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500">
        <p15:prstTrans prst="peelOff"/>
      </p:transition>
    </mc:Choice>
    <mc:Fallback xmlns="">
      <p:transition spd="slow" advClick="0" advTm="10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2 L -1.17461 -0.0372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59259E-6 L 1.15925 0.00209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07407E-6 L 1.00716 -0.00903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2" presetClass="emph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6" grpId="0"/>
      <p:bldP spid="26" grpId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34" y="956788"/>
            <a:ext cx="4400550" cy="5143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680" y="3526649"/>
            <a:ext cx="1800225" cy="25336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511355" y="4725782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3" name="Rectangle 22"/>
          <p:cNvSpPr/>
          <p:nvPr/>
        </p:nvSpPr>
        <p:spPr>
          <a:xfrm>
            <a:off x="2248480" y="5915974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31" name="Rectangle 30"/>
          <p:cNvSpPr/>
          <p:nvPr/>
        </p:nvSpPr>
        <p:spPr>
          <a:xfrm>
            <a:off x="2171693" y="4563081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“Now, I only need some place for rest I am tired</a:t>
            </a:r>
          </a:p>
          <a:p>
            <a:pPr algn="ctr"/>
            <a:r>
              <a:rPr lang="en-US" sz="2800" b="1" dirty="0"/>
              <a:t>After all these years” man replied.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5037" y="4574165"/>
            <a:ext cx="8752778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The man sat down near the tree and tree was very glad   and smiled with tears.</a:t>
            </a:r>
          </a:p>
        </p:txBody>
      </p:sp>
      <p:sp>
        <p:nvSpPr>
          <p:cNvPr id="18" name="Cloud 17"/>
          <p:cNvSpPr/>
          <p:nvPr/>
        </p:nvSpPr>
        <p:spPr>
          <a:xfrm>
            <a:off x="17928201" y="48760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loud 18"/>
          <p:cNvSpPr/>
          <p:nvPr/>
        </p:nvSpPr>
        <p:spPr>
          <a:xfrm>
            <a:off x="7203827" y="-251090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sp>
        <p:nvSpPr>
          <p:cNvPr id="25" name="Cloud 24"/>
          <p:cNvSpPr/>
          <p:nvPr/>
        </p:nvSpPr>
        <p:spPr>
          <a:xfrm>
            <a:off x="-1160343" y="205394"/>
            <a:ext cx="2682240" cy="171704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333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9000">
        <p15:prstTrans prst="peelOff"/>
      </p:transition>
    </mc:Choice>
    <mc:Fallback xmlns=""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-0.02732 L -1.17461 -0.0372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813" y="-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59259E-6 L 1.15925 0.00209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56" y="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07407E-6 L 1.00716 -0.00903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2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7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32" grpId="0"/>
      <p:bldP spid="32" grpId="1"/>
      <p:bldP spid="18" grpId="0" animBg="1"/>
      <p:bldP spid="19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-31145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1" name="Rectangle 20"/>
          <p:cNvSpPr/>
          <p:nvPr/>
        </p:nvSpPr>
        <p:spPr>
          <a:xfrm>
            <a:off x="2511355" y="4725782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3" name="Rectangle 22"/>
          <p:cNvSpPr/>
          <p:nvPr/>
        </p:nvSpPr>
        <p:spPr>
          <a:xfrm>
            <a:off x="2248480" y="5915974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8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8" name="Group 7"/>
          <p:cNvGrpSpPr/>
          <p:nvPr/>
        </p:nvGrpSpPr>
        <p:grpSpPr>
          <a:xfrm>
            <a:off x="711611" y="708798"/>
            <a:ext cx="4400550" cy="5143500"/>
            <a:chOff x="718234" y="956788"/>
            <a:chExt cx="4400550" cy="51435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234" y="956788"/>
              <a:ext cx="4400550" cy="5143500"/>
            </a:xfrm>
            <a:prstGeom prst="rect">
              <a:avLst/>
            </a:prstGeom>
          </p:spPr>
        </p:pic>
        <p:grpSp>
          <p:nvGrpSpPr>
            <p:cNvPr id="7" name="Group 6"/>
            <p:cNvGrpSpPr/>
            <p:nvPr/>
          </p:nvGrpSpPr>
          <p:grpSpPr>
            <a:xfrm flipH="1">
              <a:off x="3017986" y="4372377"/>
              <a:ext cx="250994" cy="297094"/>
              <a:chOff x="6779261" y="3705691"/>
              <a:chExt cx="686410" cy="753384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6779261" y="3705691"/>
                <a:ext cx="686410" cy="75056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6820000" y="4095048"/>
                <a:ext cx="590309" cy="36402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2454195" y="4368538"/>
              <a:ext cx="272190" cy="319742"/>
              <a:chOff x="6779261" y="3705691"/>
              <a:chExt cx="686410" cy="753384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6779261" y="3705691"/>
                <a:ext cx="686410" cy="75056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6820000" y="4095048"/>
                <a:ext cx="590309" cy="36402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2961220" y="3626095"/>
            <a:ext cx="2428785" cy="2357839"/>
            <a:chOff x="4849915" y="4201119"/>
            <a:chExt cx="2428785" cy="2357839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8277" t="1" b="41164"/>
            <a:stretch/>
          </p:blipFill>
          <p:spPr>
            <a:xfrm rot="19813065" flipH="1">
              <a:off x="4849915" y="4201119"/>
              <a:ext cx="2077591" cy="1502857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45" t="54191"/>
            <a:stretch/>
          </p:blipFill>
          <p:spPr>
            <a:xfrm rot="19195690" flipH="1">
              <a:off x="5597130" y="5400916"/>
              <a:ext cx="1681570" cy="1158042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1719611" y="996635"/>
            <a:ext cx="8752778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This is a story of everyone . The tree is like our parents.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94392" y="1023244"/>
            <a:ext cx="8752778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	When we are young we loved to play with our mom and dad.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58187" y="1127435"/>
            <a:ext cx="8752778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When we grow up we leave them and we only come to them when we are in some trouble.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236301" y="2326005"/>
            <a:ext cx="1806474" cy="1657895"/>
            <a:chOff x="4236301" y="2326005"/>
            <a:chExt cx="1806474" cy="1657895"/>
          </a:xfrm>
        </p:grpSpPr>
        <p:grpSp>
          <p:nvGrpSpPr>
            <p:cNvPr id="36" name="Group 35"/>
            <p:cNvGrpSpPr/>
            <p:nvPr/>
          </p:nvGrpSpPr>
          <p:grpSpPr>
            <a:xfrm>
              <a:off x="4236301" y="2326005"/>
              <a:ext cx="1806474" cy="1657895"/>
              <a:chOff x="6135622" y="2351895"/>
              <a:chExt cx="2127045" cy="1946457"/>
            </a:xfrm>
          </p:grpSpPr>
          <p:sp>
            <p:nvSpPr>
              <p:cNvPr id="12" name="Cloud 11"/>
              <p:cNvSpPr/>
              <p:nvPr/>
            </p:nvSpPr>
            <p:spPr>
              <a:xfrm>
                <a:off x="6352371" y="2351895"/>
                <a:ext cx="1910296" cy="1291564"/>
              </a:xfrm>
              <a:prstGeom prst="cloud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  <a:softEdge rad="31750"/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" name="Group 34"/>
              <p:cNvGrpSpPr/>
              <p:nvPr/>
            </p:nvGrpSpPr>
            <p:grpSpPr>
              <a:xfrm>
                <a:off x="6135622" y="2442228"/>
                <a:ext cx="1499617" cy="1856124"/>
                <a:chOff x="6135623" y="2442228"/>
                <a:chExt cx="1447254" cy="1856124"/>
              </a:xfrm>
            </p:grpSpPr>
            <p:sp>
              <p:nvSpPr>
                <p:cNvPr id="19" name="Oval 18"/>
                <p:cNvSpPr/>
                <p:nvPr/>
              </p:nvSpPr>
              <p:spPr>
                <a:xfrm>
                  <a:off x="6380103" y="3673937"/>
                  <a:ext cx="331373" cy="29005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6135623" y="4031035"/>
                  <a:ext cx="244481" cy="2673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4" name="Picture 33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24777" y="2442228"/>
                  <a:ext cx="758100" cy="1137150"/>
                </a:xfrm>
                <a:prstGeom prst="rect">
                  <a:avLst/>
                </a:prstGeom>
              </p:spPr>
            </p:pic>
          </p:grpSp>
        </p:grpSp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157" y="2725620"/>
              <a:ext cx="326637" cy="489955"/>
            </a:xfrm>
            <a:prstGeom prst="rect">
              <a:avLst/>
            </a:prstGeom>
          </p:spPr>
        </p:pic>
      </p:grpSp>
      <p:sp>
        <p:nvSpPr>
          <p:cNvPr id="41" name="Rectangle 40"/>
          <p:cNvSpPr/>
          <p:nvPr/>
        </p:nvSpPr>
        <p:spPr>
          <a:xfrm>
            <a:off x="1882220" y="1117768"/>
            <a:ext cx="8752778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No matter what parents will always be there and give</a:t>
            </a:r>
          </a:p>
          <a:p>
            <a:pPr algn="ctr"/>
            <a:r>
              <a:rPr lang="en-US" sz="2800" b="1" dirty="0"/>
              <a:t>everything they could just to make you happy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58073" y="984890"/>
            <a:ext cx="8752778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We don’t appreciate all they do for us until its too late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18539" y="1108101"/>
            <a:ext cx="8752778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May God forgive us for our shortcomings</a:t>
            </a:r>
          </a:p>
          <a:p>
            <a:pPr algn="ctr"/>
            <a:r>
              <a:rPr lang="en-US" sz="2800" b="1" dirty="0"/>
              <a:t>and may he guide us.</a:t>
            </a:r>
          </a:p>
        </p:txBody>
      </p:sp>
    </p:spTree>
    <p:extLst>
      <p:ext uri="{BB962C8B-B14F-4D97-AF65-F5344CB8AC3E}">
        <p14:creationId xmlns:p14="http://schemas.microsoft.com/office/powerpoint/2010/main" val="2459458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1300">
        <p15:prstTrans prst="peelOff"/>
      </p:transition>
    </mc:Choice>
    <mc:Fallback xmlns="">
      <p:transition spd="slow" advClick="0" advTm="213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7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0"/>
                            </p:stCondLst>
                            <p:childTnLst>
                              <p:par>
                                <p:cTn id="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0"/>
                            </p:stCondLst>
                            <p:childTnLst>
                              <p:par>
                                <p:cTn id="3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3750"/>
                            </p:stCondLst>
                            <p:childTnLst>
                              <p:par>
                                <p:cTn id="4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7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7000"/>
                            </p:stCondLst>
                            <p:childTnLst>
                              <p:par>
                                <p:cTn id="5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8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250"/>
                            </p:stCondLst>
                            <p:childTnLst>
                              <p:par>
                                <p:cTn id="5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29" grpId="0"/>
      <p:bldP spid="29" grpId="1"/>
      <p:bldP spid="30" grpId="0"/>
      <p:bldP spid="30" grpId="1"/>
      <p:bldP spid="41" grpId="0"/>
      <p:bldP spid="41" grpId="1"/>
      <p:bldP spid="44" grpId="0"/>
      <p:bldP spid="44" grpId="1"/>
      <p:bldP spid="46" grpId="0"/>
      <p:bldP spid="4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-31145"/>
            <a:ext cx="12192000" cy="483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219779" y="490950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2" name="Rectangle 21"/>
          <p:cNvSpPr/>
          <p:nvPr/>
        </p:nvSpPr>
        <p:spPr>
          <a:xfrm>
            <a:off x="1890438" y="4903859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1890437" y="5044375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4" name="Rectangle 23"/>
          <p:cNvSpPr/>
          <p:nvPr/>
        </p:nvSpPr>
        <p:spPr>
          <a:xfrm>
            <a:off x="2511356" y="5107163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1" name="Rectangle 20"/>
          <p:cNvSpPr/>
          <p:nvPr/>
        </p:nvSpPr>
        <p:spPr>
          <a:xfrm>
            <a:off x="2511355" y="4725782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3" name="Rectangle 22"/>
          <p:cNvSpPr/>
          <p:nvPr/>
        </p:nvSpPr>
        <p:spPr>
          <a:xfrm>
            <a:off x="2248480" y="5915974"/>
            <a:ext cx="10626781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61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8" name="Group 7"/>
          <p:cNvGrpSpPr/>
          <p:nvPr/>
        </p:nvGrpSpPr>
        <p:grpSpPr>
          <a:xfrm>
            <a:off x="711611" y="708798"/>
            <a:ext cx="4400550" cy="5143500"/>
            <a:chOff x="718234" y="956788"/>
            <a:chExt cx="4400550" cy="51435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234" y="956788"/>
              <a:ext cx="4400550" cy="5143500"/>
            </a:xfrm>
            <a:prstGeom prst="rect">
              <a:avLst/>
            </a:prstGeom>
          </p:spPr>
        </p:pic>
        <p:grpSp>
          <p:nvGrpSpPr>
            <p:cNvPr id="7" name="Group 6"/>
            <p:cNvGrpSpPr/>
            <p:nvPr/>
          </p:nvGrpSpPr>
          <p:grpSpPr>
            <a:xfrm flipH="1">
              <a:off x="3017986" y="4372377"/>
              <a:ext cx="250994" cy="297094"/>
              <a:chOff x="6779261" y="3705691"/>
              <a:chExt cx="686410" cy="753384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6779261" y="3705691"/>
                <a:ext cx="686410" cy="75056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6820000" y="4095048"/>
                <a:ext cx="590309" cy="36402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2454195" y="4368538"/>
              <a:ext cx="272190" cy="319742"/>
              <a:chOff x="6779261" y="3705691"/>
              <a:chExt cx="686410" cy="753384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6779261" y="3705691"/>
                <a:ext cx="686410" cy="75056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6820000" y="4095048"/>
                <a:ext cx="590309" cy="36402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2961220" y="3626095"/>
            <a:ext cx="2428785" cy="2357839"/>
            <a:chOff x="4849915" y="4201119"/>
            <a:chExt cx="2428785" cy="2357839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8277" t="1" b="41164"/>
            <a:stretch/>
          </p:blipFill>
          <p:spPr>
            <a:xfrm rot="19813065" flipH="1">
              <a:off x="4849915" y="4201119"/>
              <a:ext cx="2077591" cy="1502857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45" t="54191"/>
            <a:stretch/>
          </p:blipFill>
          <p:spPr>
            <a:xfrm rot="19195690" flipH="1">
              <a:off x="5597130" y="5400916"/>
              <a:ext cx="1681570" cy="1158042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1719611" y="996635"/>
            <a:ext cx="8752778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“Always respect and care for those who care for you –</a:t>
            </a:r>
          </a:p>
          <a:p>
            <a:pPr algn="ctr"/>
            <a:r>
              <a:rPr lang="en-US" sz="2800" b="1" dirty="0"/>
              <a:t>Before its too late”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71007" y="297318"/>
            <a:ext cx="1562069" cy="82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Moral:</a:t>
            </a:r>
          </a:p>
        </p:txBody>
      </p:sp>
    </p:spTree>
    <p:extLst>
      <p:ext uri="{BB962C8B-B14F-4D97-AF65-F5344CB8AC3E}">
        <p14:creationId xmlns:p14="http://schemas.microsoft.com/office/powerpoint/2010/main" val="1707770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03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02280" y="2109383"/>
            <a:ext cx="618744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perspectiveRight"/>
              <a:lightRig rig="threePt" dir="t"/>
            </a:scene3d>
          </a:bodyPr>
          <a:lstStyle/>
          <a:p>
            <a:pPr algn="ctr"/>
            <a:r>
              <a:rPr lang="en-US" sz="8000" b="1" cap="none" spc="0" dirty="0" smtClean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</a:rPr>
              <a:t>THE END</a:t>
            </a:r>
            <a:endParaRPr lang="en-US" sz="8000" b="1" cap="none" spc="0" dirty="0">
              <a:ln w="9525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2823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">
        <p15:prstTrans prst="peelOff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446</Words>
  <Application>Microsoft Office PowerPoint</Application>
  <PresentationFormat>Widescreen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Laptop store lhr</dc:creator>
  <cp:lastModifiedBy>Laptop store lhr</cp:lastModifiedBy>
  <cp:revision>86</cp:revision>
  <dcterms:created xsi:type="dcterms:W3CDTF">2025-10-25T14:05:58Z</dcterms:created>
  <dcterms:modified xsi:type="dcterms:W3CDTF">2025-11-18T15:01:33Z</dcterms:modified>
</cp:coreProperties>
</file>