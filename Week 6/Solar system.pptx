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59" autoAdjust="0"/>
    <p:restoredTop sz="95274" autoAdjust="0"/>
  </p:normalViewPr>
  <p:slideViewPr>
    <p:cSldViewPr snapToGrid="0">
      <p:cViewPr>
        <p:scale>
          <a:sx n="75" d="100"/>
          <a:sy n="75" d="100"/>
        </p:scale>
        <p:origin x="139" y="1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EB810-B33E-4A06-8DE9-A74B4CCD05F5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40CEC-A804-4A08-A828-2A8BA52D2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4951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EB810-B33E-4A06-8DE9-A74B4CCD05F5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40CEC-A804-4A08-A828-2A8BA52D2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559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EB810-B33E-4A06-8DE9-A74B4CCD05F5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40CEC-A804-4A08-A828-2A8BA52D2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5332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EB810-B33E-4A06-8DE9-A74B4CCD05F5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40CEC-A804-4A08-A828-2A8BA52D2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6502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EB810-B33E-4A06-8DE9-A74B4CCD05F5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40CEC-A804-4A08-A828-2A8BA52D2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793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EB810-B33E-4A06-8DE9-A74B4CCD05F5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40CEC-A804-4A08-A828-2A8BA52D2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583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EB810-B33E-4A06-8DE9-A74B4CCD05F5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40CEC-A804-4A08-A828-2A8BA52D2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633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EB810-B33E-4A06-8DE9-A74B4CCD05F5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40CEC-A804-4A08-A828-2A8BA52D2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56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EB810-B33E-4A06-8DE9-A74B4CCD05F5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40CEC-A804-4A08-A828-2A8BA52D2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649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EB810-B33E-4A06-8DE9-A74B4CCD05F5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40CEC-A804-4A08-A828-2A8BA52D2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671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EB810-B33E-4A06-8DE9-A74B4CCD05F5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40CEC-A804-4A08-A828-2A8BA52D2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69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7EB810-B33E-4A06-8DE9-A74B4CCD05F5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640CEC-A804-4A08-A828-2A8BA52D2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046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jpe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11" Type="http://schemas.openxmlformats.org/officeDocument/2006/relationships/image" Target="../media/image9.jpeg"/><Relationship Id="rId5" Type="http://schemas.microsoft.com/office/2007/relationships/hdphoto" Target="../media/hdphoto1.wdp"/><Relationship Id="rId10" Type="http://schemas.openxmlformats.org/officeDocument/2006/relationships/image" Target="../media/image8.jpeg"/><Relationship Id="rId4" Type="http://schemas.openxmlformats.org/officeDocument/2006/relationships/image" Target="../media/image3.png"/><Relationship Id="rId9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3000" b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 descr="red sun free image | Peakpx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47" t="13400" r="31704" b="15605"/>
          <a:stretch/>
        </p:blipFill>
        <p:spPr>
          <a:xfrm>
            <a:off x="5615024" y="2978585"/>
            <a:ext cx="818548" cy="835366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4" name="Oval 3"/>
          <p:cNvSpPr/>
          <p:nvPr/>
        </p:nvSpPr>
        <p:spPr>
          <a:xfrm>
            <a:off x="4623222" y="2794860"/>
            <a:ext cx="2842360" cy="1266774"/>
          </a:xfrm>
          <a:prstGeom prst="ellipse">
            <a:avLst/>
          </a:prstGeom>
          <a:noFill/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3821678" y="2175805"/>
            <a:ext cx="4646004" cy="2432750"/>
          </a:xfrm>
          <a:prstGeom prst="ellipse">
            <a:avLst/>
          </a:prstGeom>
          <a:noFill/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/>
          <p:cNvSpPr/>
          <p:nvPr/>
        </p:nvSpPr>
        <p:spPr>
          <a:xfrm>
            <a:off x="2514600" y="1545033"/>
            <a:ext cx="7159400" cy="3689486"/>
          </a:xfrm>
          <a:prstGeom prst="ellipse">
            <a:avLst/>
          </a:prstGeom>
          <a:noFill/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3063240" y="1867189"/>
            <a:ext cx="6035040" cy="3090666"/>
          </a:xfrm>
          <a:prstGeom prst="ellipse">
            <a:avLst/>
          </a:prstGeom>
          <a:noFill/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2100942" y="1329227"/>
            <a:ext cx="8015017" cy="4230026"/>
          </a:xfrm>
          <a:prstGeom prst="ellipse">
            <a:avLst/>
          </a:prstGeom>
          <a:noFill/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/>
          <p:cNvSpPr/>
          <p:nvPr/>
        </p:nvSpPr>
        <p:spPr>
          <a:xfrm>
            <a:off x="982287" y="644719"/>
            <a:ext cx="10225434" cy="5660002"/>
          </a:xfrm>
          <a:prstGeom prst="ellipse">
            <a:avLst/>
          </a:prstGeom>
          <a:noFill/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/>
          <p:cNvSpPr/>
          <p:nvPr/>
        </p:nvSpPr>
        <p:spPr>
          <a:xfrm>
            <a:off x="381000" y="201762"/>
            <a:ext cx="11460480" cy="6561156"/>
          </a:xfrm>
          <a:prstGeom prst="ellipse">
            <a:avLst/>
          </a:prstGeom>
          <a:noFill/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 descr="Ese punto azul pálido (Pale Blue Dot): 'Ese punto azul pálido' cumple ..."/>
          <p:cNvPicPr>
            <a:picLocks noChangeAspect="1"/>
          </p:cNvPicPr>
          <p:nvPr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WatercolorSponge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871" t="2610" r="78514" b="61455"/>
          <a:stretch/>
        </p:blipFill>
        <p:spPr>
          <a:xfrm>
            <a:off x="4602964" y="2895936"/>
            <a:ext cx="548630" cy="554466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33" name="Picture 32" descr="Ese punto azul pálido (Pale Blue Dot): 'Ese punto azul pálido' cumple ...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31" t="6187" r="53168" b="55989"/>
          <a:stretch/>
        </p:blipFill>
        <p:spPr>
          <a:xfrm>
            <a:off x="8007260" y="3428247"/>
            <a:ext cx="588103" cy="606109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34" name="Picture 33" descr="Ese punto azul pálido (Pale Blue Dot): 'Ese punto azul pálido' cumple ...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638" t="5534" r="27839" b="57672"/>
          <a:stretch/>
        </p:blipFill>
        <p:spPr>
          <a:xfrm>
            <a:off x="8805943" y="3107475"/>
            <a:ext cx="552698" cy="518760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36" name="Picture 35" descr="Ese punto azul pálido (Pale Blue Dot): 'Ese punto azul pálido' cumple ...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23" t="54331" r="76979" b="6710"/>
          <a:stretch/>
        </p:blipFill>
        <p:spPr>
          <a:xfrm>
            <a:off x="1825743" y="3107475"/>
            <a:ext cx="537596" cy="542867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38" name="Picture 37" descr="Ese punto azul pálido (Pale Blue Dot): 'Ese punto azul pálido' cumple ...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475" t="53098" r="28713" b="10212"/>
          <a:stretch/>
        </p:blipFill>
        <p:spPr>
          <a:xfrm>
            <a:off x="846041" y="2479079"/>
            <a:ext cx="554760" cy="566439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39" name="Picture 38" descr="Ese punto azul pálido (Pale Blue Dot): 'Ese punto azul pálido' cumple ..."/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475" t="52677" r="4109" b="9877"/>
          <a:stretch/>
        </p:blipFill>
        <p:spPr>
          <a:xfrm>
            <a:off x="137998" y="3482340"/>
            <a:ext cx="601287" cy="640080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44" name="Picture 43" descr="Ese punto azul pálido (Pale Blue Dot): 'Ese punto azul pálido' cumple ..."/>
          <p:cNvPicPr>
            <a:picLocks noChangeAspect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921" t="7353" r="3663" b="57470"/>
          <a:stretch/>
        </p:blipFill>
        <p:spPr>
          <a:xfrm>
            <a:off x="9243308" y="3650342"/>
            <a:ext cx="568437" cy="568437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57" name="Oval 56"/>
          <p:cNvSpPr/>
          <p:nvPr/>
        </p:nvSpPr>
        <p:spPr>
          <a:xfrm>
            <a:off x="1568713" y="984718"/>
            <a:ext cx="9051878" cy="4980004"/>
          </a:xfrm>
          <a:prstGeom prst="ellipse">
            <a:avLst/>
          </a:prstGeom>
          <a:noFill/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38" r="22681" b="9384"/>
          <a:stretch/>
        </p:blipFill>
        <p:spPr>
          <a:xfrm>
            <a:off x="1825743" y="1867189"/>
            <a:ext cx="929640" cy="475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023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39 -0.02523 L 0.04115 -0.05185 L 0.08034 -0.06065 L 0.12448 -0.05625 L 0.15534 -0.04745 L 0.18607 -0.01782 L 0.20195 -0.00301 L 0.20951 0.0206 L 0.20612 0.04722 L 0.19531 0.07245 L 0.17695 0.09167 L 0.14531 0.10949 L 0.11784 0.11991 L 0.08789 0.12292 L 0.05534 0.11829 L 0.01536 0.10347 L -0.00794 0.07685 L -0.02292 0.04722 L -0.02539 0.03403 L -0.02044 0.0044 L -0.01211 -0.01343 L 0.00039 -0.02523 Z " pathEditMode="relative" rAng="0" ptsTypes="AAAAAAAAAAAAAAAAAAAAAA">
                                      <p:cBhvr>
                                        <p:cTn id="6" dur="1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167" y="5625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396 0.05579 L -0.0599 0.09051 L -0.11393 0.11713 L -0.17292 0.12616 L -0.22695 0.12431 L -0.27943 0.10116 L -0.31146 0.07986 L -0.33242 0.05232 L -0.35287 0.02384 L -0.3599 -0.00116 L -0.36784 -0.04375 L -0.36641 -0.07847 L -0.35586 -0.10602 L -0.33646 -0.14676 L -0.3069 -0.1787 L -0.27096 -0.20463 L -0.21589 -0.22245 L -0.17643 -0.22847 L -0.11992 -0.2206 L -0.08685 -0.2081 L -0.06042 -0.1912 L -0.02891 -0.16018 L -0.00846 -0.12731 L 0.01003 -0.09259 L 0.01003 -0.06782 L 0.01315 -0.05162 L 0.01003 -0.0206 L 0.00104 0.01227 L -0.00885 0.03634 L -0.01745 0.04699 L -0.02396 0.05579 Z " pathEditMode="relative" ptsTypes="AAAAAAAAAAAAAAAAAAAAAAAAAAAAAAA">
                                      <p:cBhvr>
                                        <p:cTn id="8" dur="15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3 0.01736 L 0.0013 0.01759 L -0.01497 0.07523 L -0.04505 0.12963 L -0.08685 0.17315 L -0.13932 0.20324 L -0.18255 0.21991 L -0.22995 0.22685 L -0.2806 0.22546 L -0.32122 0.22107 L -0.3694 0.19977 L -0.40182 0.18773 L -0.41875 0.16991 L -0.4375 0.15301 L -0.47187 0.09745 L -0.47565 0.08958 L -0.49687 0.02523 L -0.4987 0.00394 L -0.4987 -0.00509 L -0.49505 -0.02917 L -0.49375 -0.04282 L -0.45755 -0.11944 L -0.42435 -0.15625 L -0.40443 -0.17292 L -0.39622 -0.17847 L -0.3763 -0.19537 L -0.26002 -0.22384 L -0.22682 -0.22315 L -0.19193 -0.21643 L -0.15182 -0.20532 L -0.11745 -0.18981 L -0.0875 -0.16944 L -0.06068 -0.14167 L -0.03502 -0.11389 L -0.02122 -0.08403 L -0.0069 -0.05069 L 0.0013 -0.00255 L 0.0013 0.01736 Z " pathEditMode="relative" rAng="0" ptsTypes="AAAAAAAAAAAAAAAAAAAAAAAAAAAAAAAAAAAAAA">
                                      <p:cBhvr>
                                        <p:cTn id="10" dur="2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000" y="-1597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685 0.06181 L -0.12083 0.14306 L -0.19141 0.17361 L -0.28359 0.18982 L -0.38932 0.16829 L -0.45534 0.13773 C -0.4625 0.13495 -0.46055 0.13796 -0.46289 0.1338 L -0.49362 0.10695 L -0.56185 -0.01574 L -0.57682 -0.06366 L -0.5724 -0.14097 L -0.53932 -0.21435 L -0.50117 -0.26227 L -0.46289 -0.29167 L -0.43216 -0.31435 L -0.39844 -0.33171 L -0.33086 -0.34884 L -0.29193 -0.35301 L -0.25508 -0.35417 L -0.19583 -0.33565 L -0.15013 -0.32106 L -0.06758 -0.26898 L -0.02565 -0.22361 L 0.00742 -0.13171 L 0.0112 -0.06898 L 0.00365 -0.01829 L -0.03307 0.07107 L -0.03685 0.06181 Z " pathEditMode="relative" rAng="0" ptsTypes="AAAAAAAAAAAAAAAAAAAAAAAAAAAA">
                                      <p:cBhvr>
                                        <p:cTn id="12" dur="25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596" y="-14398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-3.7037E-7 L 0.02253 -0.09328 L 0.06172 -0.16574 L 0.08842 -0.18217 L 0.12253 -0.21759 L 0.16498 -0.24282 L 0.21667 -0.26666 L 0.29167 -0.28426 L 0.36081 -0.28148 L 0.425 -0.26666 L 0.47839 -0.25023 L 0.5392 -0.21481 L 0.5892 -0.16134 L 0.62084 -0.12129 L 0.64167 -0.07546 L 0.6517 -0.02662 L 0.65743 0.04607 L 0.65 0.09491 L 0.63334 0.15278 L 0.60756 0.18982 L 0.57162 0.23125 L 0.56745 0.23565 L 0.51589 0.2801 L 0.4625 0.30672 L 0.375 0.33195 L 0.325 0.33797 L 0.29753 0.33195 C 0.29219 0.33079 0.2862 0.32963 0.28086 0.32894 C 0.27969 0.32894 0.27865 0.32894 0.27748 0.32894 L 0.25925 0.32894 L 0.24831 0.32894 L 0.20092 0.31273 L 0.15417 0.29491 L 0.13842 0.28148 C 0.1362 0.27963 0.13399 0.27732 0.13165 0.2757 C 0.1306 0.27477 0.12943 0.27477 0.12839 0.27408 C 0.12774 0.27385 0.12722 0.27315 0.1267 0.27269 L 0.10508 0.26088 L 0.07422 0.22523 L 0.03842 0.17639 L 0.01836 0.12315 L 0.00339 0.08449 L -0.00156 0.02523 L 2.08333E-7 -3.7037E-7 Z " pathEditMode="relative" ptsTypes="AAAAAAAAAAAAAAAAAAAAAAAAAAAAAAAAAAAAAAAAAAAA">
                                      <p:cBhvr>
                                        <p:cTn id="14" dur="3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5.55556E-6 L 0.04557 -0.04282 L 0.07864 -0.07453 L 0.08932 -0.08402 L 0.11081 -0.09837 L 0.16706 -0.12846 L 0.22864 -0.14444 L 0.29114 -0.15069 L 0.36523 -0.14606 L 0.41966 -0.13657 L 0.46614 -0.11596 L 0.51081 -0.09374 L 0.55 -0.06666 L 0.60182 -0.01272 L 0.63125 0.03658 L 0.65534 0.07779 L 0.67148 0.13496 L 0.67864 0.18103 L 0.67956 0.23334 L 0.67239 0.27779 L 0.65625 0.33982 L 0.63581 0.38103 L 0.61523 0.4095 L 0.59375 0.43496 L 0.55456 0.48427 L 0.51614 0.50811 L 0.49206 0.52385 L 0.45716 0.54283 L 0.40534 0.56043 L 0.37409 0.56668 L 0.34206 0.56668 L 0.30456 0.5764 L 0.26159 0.57154 L 0.22591 0.56367 L 0.18398 0.54931 L 0.15807 0.53658 L 0.12331 0.52385 L 0.09648 0.50649 L 0.06081 0.47941 L 0.02773 0.45093 L -0.00169 0.40325 L -0.01966 0.36992 L -0.04818 0.31274 L -0.05794 0.26343 L -0.06328 0.20487 L -0.06068 0.15718 L -0.05352 0.12061 L -0.04909 0.11112 L -0.03477 0.06343 L -0.02227 0.02709 L -0.01068 0.01274 L 2.29167E-6 5.55556E-6 Z " pathEditMode="relative" ptsTypes="AAAAAAAAAAAAAAAAAAAAAAAAAAAAAAAAAAAAAAAAAAAAAAAAAAAA">
                                      <p:cBhvr>
                                        <p:cTn id="16" dur="35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771 -0.05047 L 0.06953 -0.13634 L 0.14179 -0.22037 L 0.20794 -0.2632 L 0.24713 -0.27917 L 0.25612 -0.2838 C 0.25703 -0.28426 0.25781 -0.28496 0.25872 -0.28542 C 0.25989 -0.28611 0.2612 -0.28634 0.26237 -0.28704 C 0.26419 -0.28797 0.26588 -0.28935 0.26771 -0.29028 C 0.26888 -0.29074 0.27122 -0.2919 0.27122 -0.2919 L 0.29622 -0.29815 L 0.33281 -0.30602 L 0.37578 -0.30764 C 0.3832 -0.31273 0.38034 -0.3125 0.38372 -0.3125 L 0.40612 -0.31412 L 0.43997 -0.31551 C 0.44323 -0.31459 0.44661 -0.31366 0.44987 -0.3125 C 0.45078 -0.31204 0.45156 -0.31111 0.45247 -0.31088 C 0.45859 -0.3088 0.45937 -0.30926 0.46497 -0.30926 L 0.48203 -0.3044 L 0.49088 -0.3044 L 0.52838 -0.29329 L 0.55429 -0.27755 L 0.59179 -0.26806 L 0.62213 -0.25371 L 0.66406 -0.22824 L 0.70521 -0.19977 L 0.72838 -0.16968 L 0.74349 -0.14259 L 0.78021 -0.0919 L 0.80521 -0.04097 L 0.82213 0.02245 L 0.82929 0.08287 L 0.83008 0.15116 L 0.81497 0.20671 L 0.80247 0.25416 L 0.77031 0.31296 L 0.73281 0.37014 L 0.69622 0.40185 L 0.63281 0.45741 L 0.55781 0.49074 L 0.48021 0.51296 L 0.39271 0.52106 L 0.32122 0.50671 L 0.24987 0.4875 L 0.18646 0.44629 L 0.13203 0.41458 L 0.08919 0.36528 L 0.04271 0.30833 L 0.01679 0.2368 L -0.00821 0.15278 L -0.01524 0.07477 L -0.00638 0.0081 L 0.01146 -0.03935 L 0.01771 -0.05047 Z " pathEditMode="relative" ptsTypes="AAAAAAAAAAAAAAAAAAAAAAAAAAAAAAAAAAAAAAAAAAAAAAAAAAAAAAA">
                                      <p:cBhvr>
                                        <p:cTn id="18" dur="4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56 -0.04815 L 0.00508 -0.14815 L 0.02734 -0.22431 L 0.07291 -0.30695 L 0.11224 -0.36574 L 0.1444 -0.40209 L 0.18268 -0.42917 C 0.19166 -0.43449 0.18789 -0.4338 0.19349 -0.4338 L 0.21041 -0.44815 L 0.24883 -0.47523 L 0.28541 -0.49097 C 0.29375 -0.49259 0.29075 -0.49259 0.2944 -0.49259 L 0.3694 -0.5132 C 0.37851 -0.51806 0.37513 -0.51806 0.37916 -0.51806 L 0.42018 -0.52755 L 0.46315 -0.53218 L 0.47291 -0.53218 L 0.5069 -0.52593 L 0.53984 -0.52269 L 0.56575 -0.51968 L 0.57474 -0.51968 L 0.62383 -0.49584 L 0.64791 -0.48796 L 0.82565 -0.36875 L 0.87109 -0.29259 L 0.90859 -0.2213 L 0.92734 -0.1625 L 0.93099 -0.1132 L 0.93541 -0.07361 L 0.93893 -0.02593 L 0.93359 0.03912 L 0.92474 0.08194 L 0.9095 0.12315 L 0.88815 0.1581 L 0.86133 0.20879 L 0.83008 0.2581 L 0.79609 0.29143 L 0.76133 0.3169 L 0.71315 0.35023 L 0.66315 0.38194 L 0.61484 0.40254 L 0.56758 0.41366 L 0.51224 0.42639 L 0.46575 0.42963 L 0.35065 0.41041 L 0.30508 0.39143 L 0.25325 0.37407 L 0.20599 0.35023 L 0.1694 0.31528 L 0.13099 0.28518 L 0.09258 0.2375 L 0.06133 0.19305 L 0.02018 0.10579 L 0.0095 0.05972 L -0.0056 -0.04815 Z " pathEditMode="relative" ptsTypes="AAAAAAAAAAAAAAAAAAAAAAAAAAAAAAAAAAAAAAAAAAAAAAAAAAAAAAA">
                                      <p:cBhvr>
                                        <p:cTn id="20" dur="45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Laptop store lhr</dc:creator>
  <cp:lastModifiedBy>Laptop store lhr</cp:lastModifiedBy>
  <cp:revision>25</cp:revision>
  <dcterms:created xsi:type="dcterms:W3CDTF">2025-10-24T13:44:13Z</dcterms:created>
  <dcterms:modified xsi:type="dcterms:W3CDTF">2025-11-18T14:52:57Z</dcterms:modified>
</cp:coreProperties>
</file>